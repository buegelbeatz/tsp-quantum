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2i0ag31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Aptos"/>
              </a:rPr>
              <a:t>digital-generic-team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6E0BD"/>
                </a:solidFill>
                <a:latin typeface="Aptos"/>
              </a:rPr>
              <a:t>Repository: digital-generic-team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sbm_zo9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ptos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E0BD"/>
                </a:solidFill>
                <a:latin typeface="Apto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65960"/>
            <a:ext cx="9784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"/>
              </a:rPr>
              <a:t>1. Context and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E0BD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63239"/>
            <a:ext cx="9784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"/>
              </a:rPr>
              <a:t>2. Solution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E0BD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60520"/>
            <a:ext cx="9784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"/>
              </a:rPr>
              <a:t>3. Next Steps and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kch9qc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46304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0" b="1">
                <a:solidFill>
                  <a:srgbClr val="16E0BD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ptos"/>
              </a:rPr>
              <a:t>Chapter Title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ff_4nel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  <a:latin typeface="Aptos"/>
              </a:rPr>
              <a:t>Section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070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071426"/>
                </a:solidFill>
                <a:latin typeface="Aptos"/>
              </a:rPr>
              <a:t>Replace this with your slide content.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o4rmmh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ptos"/>
              </a:rPr>
              <a:t>Our Team</a:t>
            </a:r>
          </a:p>
        </p:txBody>
      </p:sp>
      <p:pic>
        <p:nvPicPr>
          <p:cNvPr id="4" name="Picture 3" descr="ppt-polaroid-portrait-yzuo7v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040" y="1259433"/>
            <a:ext cx="1233220" cy="1233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Agile Coach</a:t>
            </a:r>
          </a:p>
        </p:txBody>
      </p:sp>
      <p:pic>
        <p:nvPicPr>
          <p:cNvPr id="6" name="Picture 5" descr="ppt-polaroid-portrait-c0gjyc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095" y="1259433"/>
            <a:ext cx="1233220" cy="12332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12694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AI Expert</a:t>
            </a:r>
          </a:p>
        </p:txBody>
      </p:sp>
      <p:pic>
        <p:nvPicPr>
          <p:cNvPr id="8" name="Picture 7" descr="ppt-polaroid-portrait-hs0q58y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4149" y="1259433"/>
            <a:ext cx="1233220" cy="12332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76748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Container Expert</a:t>
            </a:r>
          </a:p>
        </p:txBody>
      </p:sp>
      <p:pic>
        <p:nvPicPr>
          <p:cNvPr id="10" name="Picture 9" descr="ppt-polaroid-portrait-r0730vj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8204" y="1259433"/>
            <a:ext cx="1233220" cy="12332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40803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Data Scientist</a:t>
            </a:r>
          </a:p>
        </p:txBody>
      </p:sp>
      <p:pic>
        <p:nvPicPr>
          <p:cNvPr id="12" name="Picture 11" descr="ppt-polaroid-portrait-zdqn5mu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2258" y="1259433"/>
            <a:ext cx="1233220" cy="12332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4857" y="256580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Fullstack Engineer</a:t>
            </a:r>
          </a:p>
        </p:txBody>
      </p:sp>
      <p:pic>
        <p:nvPicPr>
          <p:cNvPr id="14" name="Picture 13" descr="ppt-polaroid-portrait-7g7fzofv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040" y="3072993"/>
            <a:ext cx="1233220" cy="12332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Kubernetes Expert</a:t>
            </a:r>
          </a:p>
        </p:txBody>
      </p:sp>
      <p:pic>
        <p:nvPicPr>
          <p:cNvPr id="16" name="Picture 15" descr="ppt-polaroid-portrait-5auhzs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095" y="3072993"/>
            <a:ext cx="1233220" cy="12332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812694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MCP Expert</a:t>
            </a:r>
          </a:p>
        </p:txBody>
      </p:sp>
      <p:pic>
        <p:nvPicPr>
          <p:cNvPr id="18" name="Picture 17" descr="ppt-polaroid-portrait-95gu_bzu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64149" y="3072993"/>
            <a:ext cx="1233220" cy="12332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76748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Platform Architect</a:t>
            </a:r>
          </a:p>
        </p:txBody>
      </p:sp>
      <p:pic>
        <p:nvPicPr>
          <p:cNvPr id="20" name="Picture 19" descr="ppt-polaroid-portrait-iov_c8l_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8204" y="3072993"/>
            <a:ext cx="1233220" cy="12332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40803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Platform Expert</a:t>
            </a:r>
          </a:p>
        </p:txBody>
      </p:sp>
      <p:pic>
        <p:nvPicPr>
          <p:cNvPr id="22" name="Picture 21" descr="ppt-polaroid-portrait-v2h_dm3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92258" y="3072993"/>
            <a:ext cx="1233220" cy="12332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4857" y="437936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Pull Request Reviewer</a:t>
            </a:r>
          </a:p>
        </p:txBody>
      </p:sp>
      <p:pic>
        <p:nvPicPr>
          <p:cNvPr id="24" name="Picture 23" descr="ppt-polaroid-portrait-5r32yrz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6040" y="4886553"/>
            <a:ext cx="1233220" cy="12332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48640" y="619292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Quality Expert</a:t>
            </a:r>
          </a:p>
        </p:txBody>
      </p:sp>
      <p:pic>
        <p:nvPicPr>
          <p:cNvPr id="26" name="Picture 25" descr="ppt-polaroid-portrait-ogm_uybj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095" y="4886553"/>
            <a:ext cx="1233220" cy="12332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812694" y="619292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Quantum Expert</a:t>
            </a:r>
          </a:p>
        </p:txBody>
      </p:sp>
      <p:pic>
        <p:nvPicPr>
          <p:cNvPr id="28" name="Picture 27" descr="ppt-polaroid-portrait-1pb694kq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64149" y="4886553"/>
            <a:ext cx="1233220" cy="12332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076748" y="619292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Security Expert</a:t>
            </a:r>
          </a:p>
        </p:txBody>
      </p:sp>
      <p:pic>
        <p:nvPicPr>
          <p:cNvPr id="30" name="Picture 29" descr="ppt-polaroid-portrait-ulkwbieu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28204" y="4886553"/>
            <a:ext cx="1233220" cy="12332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340803" y="619292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User Standard</a:t>
            </a:r>
          </a:p>
        </p:txBody>
      </p:sp>
      <p:pic>
        <p:nvPicPr>
          <p:cNvPr id="32" name="Picture 31" descr="ppt-polaroid-portrait-u1_vyxu3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92258" y="4886553"/>
            <a:ext cx="1233220" cy="12332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604857" y="6192926"/>
            <a:ext cx="200802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UX Designer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4ivxux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6E0BD"/>
                </a:solidFill>
                <a:latin typeface="Aptos"/>
              </a:rPr>
              <a:t>Questions? Let's talk.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bg-h59oak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Aptos"/>
              </a:rPr>
              <a:t>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1592427" y="1280160"/>
            <a:ext cx="1234440" cy="1234440"/>
          </a:xfrm>
          <a:prstGeom prst="rect">
            <a:avLst/>
          </a:prstGeom>
          <a:solidFill>
            <a:srgbClr val="071426"/>
          </a:solidFill>
          <a:ln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92427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E79"/>
                </a:solidFill>
                <a:latin typeface="Aptos"/>
              </a:rPr>
              <a:t>Dark Navy</a:t>
            </a:r>
          </a:p>
        </p:txBody>
      </p:sp>
      <p:sp>
        <p:nvSpPr>
          <p:cNvPr id="6" name="Rectangle 5"/>
          <p:cNvSpPr/>
          <p:nvPr/>
        </p:nvSpPr>
        <p:spPr>
          <a:xfrm>
            <a:off x="3146907" y="1280160"/>
            <a:ext cx="1234440" cy="1234440"/>
          </a:xfrm>
          <a:prstGeom prst="rect">
            <a:avLst/>
          </a:prstGeom>
          <a:solidFill>
            <a:srgbClr val="0B2A4A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46907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E79"/>
                </a:solidFill>
                <a:latin typeface="Aptos"/>
              </a:rPr>
              <a:t>Deep Blue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1387" y="1280160"/>
            <a:ext cx="1234440" cy="1234440"/>
          </a:xfrm>
          <a:prstGeom prst="rect">
            <a:avLst/>
          </a:prstGeom>
          <a:solidFill>
            <a:srgbClr val="16E0BD"/>
          </a:solidFill>
          <a:ln>
            <a:solidFill>
              <a:srgbClr val="16E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1387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E79"/>
                </a:solidFill>
                <a:latin typeface="Aptos"/>
              </a:rPr>
              <a:t>Teal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280160"/>
            <a:ext cx="1234440" cy="1234440"/>
          </a:xfrm>
          <a:prstGeom prst="rect">
            <a:avLst/>
          </a:prstGeom>
          <a:solidFill>
            <a:srgbClr val="59B3FF"/>
          </a:solidFill>
          <a:ln>
            <a:solidFill>
              <a:srgbClr val="59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5867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E79"/>
                </a:solidFill>
                <a:latin typeface="Aptos"/>
              </a:rPr>
              <a:t>Sky Blue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0347" y="1280160"/>
            <a:ext cx="1234440" cy="12344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0347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E79"/>
                </a:solidFill>
                <a:latin typeface="Aptos"/>
              </a:rPr>
              <a:t>Navy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64827" y="1280160"/>
            <a:ext cx="1234440" cy="1234440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4827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E79"/>
                </a:solidFill>
                <a:latin typeface="Aptos"/>
              </a:rPr>
              <a:t>Green Teal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546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Aptos"/>
              </a:rPr>
              <a:t>Typography Specification (Live Samples)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61188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71426"/>
                </a:solidFill>
                <a:latin typeface="Aptos Display"/>
              </a:rPr>
              <a:t>Aptos Display Bold 34 pt  |  Enterprise Presentation Title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24528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Aptos"/>
              </a:rPr>
              <a:t>Aptos SemiBold 22 pt  |  Agenda, chapter and key section headings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73168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071426"/>
                </a:solidFill>
                <a:latin typeface="Aptos"/>
              </a:rPr>
              <a:t>Aptos Regular 16 pt  |  Body text and explanatory content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03520"/>
            <a:ext cx="102412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F4E79"/>
                </a:solidFill>
                <a:latin typeface="Calibri"/>
              </a:rPr>
              <a:t>Fallback for compatibility: Calibri (Office default fallback)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